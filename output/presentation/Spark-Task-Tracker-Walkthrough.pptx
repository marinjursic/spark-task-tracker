
<file path=[Content_Types].xml><?xml version="1.0" encoding="utf-8"?>
<Types xmlns="http://schemas.openxmlformats.org/package/2006/content-types">
  <Default Extension="jpe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0502f7e25d44b98" Type="http://schemas.openxmlformats.org/officeDocument/2006/relationships/extended-properties" Target="docProps/app.xml"/><Relationship Id="Rbd3d5852de044904" Type="http://schemas.openxmlformats.org/package/2006/relationships/metadata/core-properties" Target="docProps/core.xml"/><Relationship Id="Rd885c90d6f6f488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5a66b5d9594b5a"/>
  </p:sldMasterIdLst>
  <p:notesMasterIdLst>
    <p:notesMasterId xmlns:r="http://schemas.openxmlformats.org/officeDocument/2006/relationships" r:id="R5c2364db77b6443b"/>
  </p:notesMasterIdLst>
  <p:sldIdLst>
    <p:sldId xmlns:r="http://schemas.openxmlformats.org/officeDocument/2006/relationships" id="256" r:id="R5f8e784585c749b1"/>
    <p:sldId xmlns:r="http://schemas.openxmlformats.org/officeDocument/2006/relationships" id="257" r:id="Rb7e04e43455a4256"/>
    <p:sldId xmlns:r="http://schemas.openxmlformats.org/officeDocument/2006/relationships" id="258" r:id="R312787a32ca24f31"/>
    <p:sldId xmlns:r="http://schemas.openxmlformats.org/officeDocument/2006/relationships" id="259" r:id="Rdae1547460264bea"/>
    <p:sldId xmlns:r="http://schemas.openxmlformats.org/officeDocument/2006/relationships" id="260" r:id="R63d4c8fcf38147fa"/>
    <p:sldId xmlns:r="http://schemas.openxmlformats.org/officeDocument/2006/relationships" id="261" r:id="Rbd736d8c9b8c49bd"/>
    <p:sldId xmlns:r="http://schemas.openxmlformats.org/officeDocument/2006/relationships" id="262" r:id="R7cac3bc8e6a347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312787a32ca24f31" Type="http://schemas.openxmlformats.org/officeDocument/2006/relationships/slide" Target="slides/slide3.xml"/><Relationship Id="R43792293e818433d" Type="http://schemas.openxmlformats.org/officeDocument/2006/relationships/theme" Target="theme/theme1.xml"/><Relationship Id="R5c2364db77b6443b" Type="http://schemas.openxmlformats.org/officeDocument/2006/relationships/notesMaster" Target="notesMasters/notesMaster1.xml"/><Relationship Id="R5f8e784585c749b1" Type="http://schemas.openxmlformats.org/officeDocument/2006/relationships/slide" Target="slides/slide1.xml"/><Relationship Id="R63d4c8fcf38147fa" Type="http://schemas.openxmlformats.org/officeDocument/2006/relationships/slide" Target="slides/slide5.xml"/><Relationship Id="R689dc624e9cc4d33" Type="http://schemas.openxmlformats.org/officeDocument/2006/relationships/presProps" Target="presProps.xml"/><Relationship Id="R7cac3bc8e6a347d3" Type="http://schemas.openxmlformats.org/officeDocument/2006/relationships/slide" Target="slides/slide7.xml"/><Relationship Id="Rb7e04e43455a4256" Type="http://schemas.openxmlformats.org/officeDocument/2006/relationships/slide" Target="slides/slide2.xml"/><Relationship Id="Rbd736d8c9b8c49bd" Type="http://schemas.openxmlformats.org/officeDocument/2006/relationships/slide" Target="slides/slide6.xml"/><Relationship Id="Rd15a66b5d9594b5a" Type="http://schemas.openxmlformats.org/officeDocument/2006/relationships/slideMaster" Target="slideMasters/slideMaster1.xml"/><Relationship Id="Rd34cad43e02342c7" Type="http://schemas.openxmlformats.org/officeDocument/2006/relationships/tableStyles" Target="tableStyles.xml"/><Relationship Id="Rdae1547460264bea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226e672b70d8422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34935e6923b4fbe" Type="http://schemas.openxmlformats.org/officeDocument/2006/relationships/slide" Target="../slides/slide1.xml"/><Relationship Id="Rb857a7abec5d4d9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c929c05276ab4995" Type="http://schemas.openxmlformats.org/officeDocument/2006/relationships/slide" Target="../slides/slide2.xml"/><Relationship Id="Rd7289fb07c2e43b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8298b8968114947" Type="http://schemas.openxmlformats.org/officeDocument/2006/relationships/slide" Target="../slides/slide3.xml"/><Relationship Id="R9a23ac62cfcf4fe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c5a4a709b9d4348" Type="http://schemas.openxmlformats.org/officeDocument/2006/relationships/notesMaster" Target="../notesMasters/notesMaster1.xml"/><Relationship Id="Rffa96b9c44094f2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fa3898115fe4ffa" Type="http://schemas.openxmlformats.org/officeDocument/2006/relationships/notesMaster" Target="../notesMasters/notesMaster1.xml"/><Relationship Id="R8d78beb4e5a146a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2273cc4b0c94f44" Type="http://schemas.openxmlformats.org/officeDocument/2006/relationships/slide" Target="../slides/slide6.xml"/><Relationship Id="R95dcb89ae69f49e5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7caf9b91dddc4002" Type="http://schemas.openxmlformats.org/officeDocument/2006/relationships/notesMaster" Target="../notesMasters/notesMaster1.xml"/><Relationship Id="R8b35234615094efd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a complete, intentionally small tracker that is easy to use and easy to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Spark Tutoring Full Stack Developer - Task Tracker Challenge.pdf (provided brief)</a:t>
            </a:r>
          </a:p>
          <a:p xmlns:a="http://schemas.openxmlformats.org/drawingml/2006/main">
            <a:r>
              <a:t>- Spark Team Task Tracker README.md (project overview)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four actions in order. The screenshot is from the browser-verified application, not a mockup. Mention search and status filters only after the required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Spark Tutoring Full Stack Developer - Task Tracker Challenge.pdf (required features)</a:t>
            </a:r>
          </a:p>
          <a:p xmlns:a="http://schemas.openxmlformats.org/drawingml/2006/main">
            <a:r>
              <a:t>- docs/assets/task-tracker-desktop.png (local browser QA capture)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Play the embedded preview to show the required workflow in one concise sequence: add a task, assign an owner, edit and reassign it, mark it complete, then demonstrate search and status filtering.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docs/assets/spark-task-tracker-demo.mp4 (local browser walkthrough, 32 seconds)</a:t>
            </a:r>
          </a:p>
          <a:p xmlns:a="http://schemas.openxmlformats.org/drawingml/2006/main">
            <a:r>
              <a:t>- tmp/presentation-video-update/capture-01-overview.jpg through capture-09-search-filter.jpg (browser captures)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trade-off: quality is concentrated on the required workflow. Search/filter is the only chosen bonus because it delivers immediate value without expanding the data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Spark Tutoring Full Stack Developer - Task Tracker Challenge.pdf (required and bonus features)</a:t>
            </a:r>
          </a:p>
          <a:p xmlns:a="http://schemas.openxmlformats.org/drawingml/2006/main">
            <a:r>
              <a:t>- README.md (deliberate trade-offs)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left to right. React renders; the API service owns HTTP; Django REST validates and coordinates; the ORM persists. Call out the SQLite/PostgreSQL choice as review convenience, not architectural compromise.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 (application source)</a:t>
            </a:r>
          </a:p>
          <a:p xmlns:a="http://schemas.openxmlformats.org/drawingml/2006/main">
            <a:r>
              <a:t>- backend/tasks and backend/config (application source)</a:t>
            </a:r>
          </a:p>
          <a:p xmlns:a="http://schemas.openxmlformats.org/drawingml/2006/main">
            <a:r>
              <a:t>- README.md (architecture and technology choices)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numbers as evidence, not decoration. The backend tests cover every required behavior. The browser pass exercised add, edit, assign, complete/incomplete, search, filters, and responsive layout with a clean console.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backend/tasks/tests (12 passing tests)</a:t>
            </a:r>
          </a:p>
          <a:p xmlns:a="http://schemas.openxmlformats.org/drawingml/2006/main">
            <a:r>
              <a:t>- frontend/src/components/*.test.tsx (3 passing tests)</a:t>
            </a:r>
          </a:p>
          <a:p xmlns:a="http://schemas.openxmlformats.org/drawingml/2006/main">
            <a:r>
              <a:t>- .github/workflows/ci.yml (automated checks)</a:t>
            </a:r>
          </a:p>
          <a:p xmlns:a="http://schemas.openxmlformats.org/drawingml/2006/main">
            <a:r>
              <a:t>- Local browser QA run on 2026-08-07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review readiness. The repository is self-contained, the setup path is short, and the Loom script keeps the video within the requested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(setup and review path)</a:t>
            </a:r>
          </a:p>
          <a:p xmlns:a="http://schemas.openxmlformats.org/drawingml/2006/main">
            <a:r>
              <a:t>- docs/LOOM_SCRIPT.md (2-5 minute walkthrough)</a:t>
            </a:r>
          </a:p>
          <a:p xmlns:a="http://schemas.openxmlformats.org/drawingml/2006/main">
            <a:r>
              <a:t>- output/presentation/Spark-Task-Tracker-Walkthrough.pptx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ca6f5eb03b1400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39932bc490f4038" Type="http://schemas.openxmlformats.org/officeDocument/2006/relationships/slideLayout" Target="../slideLayouts/slideLayout1.xml"/><Relationship Id="Rb5384851d59d47d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9932bc490f40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ae7bf33f2974116" Type="http://schemas.openxmlformats.org/officeDocument/2006/relationships/notesSlide" Target="../notesSlides/notesSlide1.xml"/><Relationship Id="Rb0c6d648b154412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d38e91ce2684848" Type="http://schemas.openxmlformats.org/officeDocument/2006/relationships/slideLayout" Target="../slideLayouts/slideLayout1.xml"/><Relationship Id="R32777cf2f79c46de" Type="http://schemas.openxmlformats.org/officeDocument/2006/relationships/image" Target="../media/image.jpeg"/><Relationship Id="R66d2dcb70f184a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42464e97df246b7" Type="http://schemas.openxmlformats.org/officeDocument/2006/relationships/notesSlide" Target="../notesSlides/notesSlide3.xml"/><Relationship Id="R5a5960fd13584218" Type="http://schemas.openxmlformats.org/officeDocument/2006/relationships/image" Target="../media/image2.jpeg"/><Relationship Id="Rc239292ba53a48da" Type="http://schemas.openxmlformats.org/officeDocument/2006/relationships/slideLayout" Target="../slideLayouts/slideLayout1.xml"/><Relationship Id="rId4" Type="http://schemas.microsoft.com/office/2007/relationships/media" Target="../media/media1.mp4"/><Relationship Id="rId5" Type="http://schemas.openxmlformats.org/officeDocument/2006/relationships/video" Target="../media/media1.mp4"/></Relationships>
</file>

<file path=ppt/slides/_rels/slide4.xml.rels><?xml version='1.0' encoding='UTF-8' standalone='yes'?>
<Relationships xmlns="http://schemas.openxmlformats.org/package/2006/relationships"><Relationship Id="R000ad64589814389" Type="http://schemas.openxmlformats.org/officeDocument/2006/relationships/notesSlide" Target="../notesSlides/notesSlide4.xml"/><Relationship Id="Ra3754dd685e34aad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7e045d7ef9a48bd" Type="http://schemas.openxmlformats.org/officeDocument/2006/relationships/notesSlide" Target="../notesSlides/notesSlide5.xml"/><Relationship Id="Rcce0c3c191d6494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38206923272b4427" Type="http://schemas.openxmlformats.org/officeDocument/2006/relationships/slideLayout" Target="../slideLayouts/slideLayout1.xml"/><Relationship Id="R3ab41a3caf2a451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621a0f6041d42cb" Type="http://schemas.openxmlformats.org/officeDocument/2006/relationships/notesSlide" Target="../notesSlides/notesSlide7.xml"/><Relationship Id="R75a3f663be314a4a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03859-EC7B-40A3-AF10-E4DD6EDA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7D27C3D-9AC9-47A0-B82C-568B7C77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rPr>
              <a:t>SPARK TUTORING · FULL STACK CHALLENGE</a:t>
            </a:r>
          </a:p>
        </p:txBody>
      </p:sp>
      <p:sp>
        <p:nvSpPr>
          <p:cNvPr id="3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609FD006-A07F-4B7E-A10C-6C19C081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MARIN JURSIC · AUGUST 2026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EA99B85-D06F-42EA-8145-13B79B95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895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A focused team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task tracker.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415A86C-C8B6-4E7B-AD59-0172E1EF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Clear ownership. Fast updates. Deliberate scope.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93171-5110-4B25-8DE7-3490C1CD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8197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6224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AA26BD7-3830-47C8-9037-D37AECC5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All four required actions share one focused view.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F5820-75F1-471C-86F6-30CFE386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CD07B8C6-ADA2-436D-81F6-1FBE74FE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569DD-DE07-4CB0-8D16-78DFA884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A9D29-1CB4-4A67-9214-A1F25796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812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Add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75D95-42F5-4138-8E1E-EA5361F7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622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Capture a clear title, description, and owner.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34287-35CA-47A0-8222-3C9FCFD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1669B-8DAA-4F99-9CE3-0C2FCD44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Edit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4D2DE-C808-4BC0-B8D5-9A60F2C8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99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Update wording or reassign work in one dialog.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EC911-5DB5-4247-ABBD-D2FA6A4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D03CD-6DCA-46FA-B786-313C6422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Assign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4D194-19C7-4B48-AA35-B76607B3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Choose from seeded example team members.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2001A-C25E-49C1-8738-CD5F1AAF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542EB-BECD-4E2B-A964-1C18B44A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244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28E9B-C371-4B31-98DB-661FDDD5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054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Toggle status in either direction without losing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D3ADB-B113-451B-8540-F8476EBB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72580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1F1EF"/>
          </a:solidFill>
          <a:ln xmlns:a="http://schemas.openxmlformats.org/drawingml/2006/main" w="9525">
            <a:solidFill>
              <a:srgbClr val="D4D4D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77cf2f79c46de"/>
          <a:srcRect xmlns:a="http://schemas.openxmlformats.org/drawingml/2006/main" l="0" t="914" r="0" b="9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1905000"/>
            <a:ext cx="70675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</p:spTree>
    <p:extLst>
      <p:ext uri="{BB962C8B-B14F-4D97-AF65-F5344CB8AC3E}">
        <p14:creationId xmlns:p14="http://schemas.microsoft.com/office/powerpoint/2010/main" val="2699869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emo-title">
            <a:extLst xmlns:a="http://schemas.openxmlformats.org/drawingml/2006/main">
              <a:ext uri="{FF2B5EF4-FFF2-40B4-BE49-F238E27FC236}">
                <a16:creationId xmlns:a16="http://schemas.microsoft.com/office/drawing/2014/main" id="{F1757406-31FC-4BC9-8192-F558DC36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Play the complete 32-second task flow.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DB824-B999-4E6D-85FE-7C00A0AD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mo-media-frame">
            <a:extLst xmlns:a="http://schemas.openxmlformats.org/drawingml/2006/main">
              <a:ext uri="{FF2B5EF4-FFF2-40B4-BE49-F238E27FC236}">
                <a16:creationId xmlns:a16="http://schemas.microsoft.com/office/drawing/2014/main" id="{739CC0F8-E4AF-46A8-93FD-5AB6FFA7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76400"/>
            <a:ext cx="8610600" cy="4838700"/>
          </a:xfrm>
          <a:prstGeom xmlns:a="http://schemas.openxmlformats.org/drawingml/2006/main" prst="roundRect">
            <a:avLst>
              <a:gd name="adj" fmla="val 2362"/>
            </a:avLst>
          </a:prstGeom>
          <a:solidFill xmlns:a="http://schemas.openxmlformats.org/drawingml/2006/main">
            <a:srgbClr val="F1F1EF"/>
          </a:solidFill>
          <a:ln xmlns:a="http://schemas.openxmlformats.org/drawingml/2006/main" w="9525">
            <a:solidFill>
              <a:srgbClr val="D4D4D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960fd13584218"/>
          <a:srcRect xmlns:a="http://schemas.openxmlformats.org/drawingml/2006/main" l="0" t="930" r="0" b="9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85950" y="1771650"/>
            <a:ext cx="8420100" cy="4648200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5" name="demo-duration">
            <a:extLst xmlns:a="http://schemas.openxmlformats.org/drawingml/2006/main">
              <a:ext uri="{FF2B5EF4-FFF2-40B4-BE49-F238E27FC236}">
                <a16:creationId xmlns:a16="http://schemas.microsoft.com/office/drawing/2014/main" id="{EE88C17D-B071-45DB-9E89-EF82000A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rPr>
              <a:t>VIDEO PREVIEW · 00:32</a:t>
            </a:r>
          </a:p>
        </p:txBody>
      </p:sp>
      <p:sp>
        <p:nvSpPr>
          <p:cNvPr id="6" name="demo-slide-number">
            <a:extLst xmlns:a="http://schemas.openxmlformats.org/drawingml/2006/main">
              <a:ext uri="{FF2B5EF4-FFF2-40B4-BE49-F238E27FC236}">
                <a16:creationId xmlns:a16="http://schemas.microsoft.com/office/drawing/2014/main" id="{26A300D4-614A-4FEA-A9A6-8DD8296D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 xmlns:a="http://schemas.openxmlformats.org/drawingml/2006/main" xmlns:r="http://schemas.openxmlformats.org/officeDocument/2006/relationships">
        <p:nvPicPr>
          <p:cNvPr id="11" name="Spark Task Tracker demo video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5a5960fd13584218"/>
          <a:stretch>
            <a:fillRect/>
          </a:stretch>
        </p:blipFill>
        <p:spPr>
          <a:xfrm>
            <a:off x="1885950" y="1771650"/>
            <a:ext cx="84201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83669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F1714A1-5A57-43F3-BABA-D237E63E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Scope discipline keeps the product simple.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287AD-960B-463B-AEEB-F82871BF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256E8E9A-23F4-4A75-83E7-90BC5071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2D6B6-A317-4D60-85E0-8085F559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rPr>
              <a:t>Included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71628-20D0-43F3-91B7-2699500D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Intentionally excluded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50B21-86F8-4203-A83A-D45AF469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6397F-0213-4888-8BA6-A8AC9082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EE9F2-1517-436F-B31B-AE358B87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Persistent CRUD subset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9C579-3E1F-4145-908C-76AFBF10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Create and update only - deletion was not requested.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903E5-3152-4D51-B7FB-6BD8B3F1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D9B73-A7E8-4B31-9F83-3F4FA92B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One practical bonus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07D27-B506-4EFD-9016-7F2281C8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Search and status filters improve daily use at low complexity.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E08EE-2BE1-4064-9F90-2FDCBD27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7A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9D25C-5066-4160-B0A2-530651C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Demo-ready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D93A1-0ADD-4767-AF13-521FBE98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1020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Four realistic users and tasks arrive through a reversible migration.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47076-EC56-4191-9567-B106EE91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587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5878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F9FF7-53AF-4B02-A8DA-3E749B87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051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Authentication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50210-1C34-4AD2-A033-1FBB36AF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A pretend login would add risk without a user requirement.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F2264-694E-428B-A417-092B7F56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587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5878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532BF-6762-4DFA-8B8A-50B61946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Due dates and priority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EDAA6-7517-4239-85DF-BBBA402F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4815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Mentioned as optional, but not needed to prove the core flow.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E9206B-2605-4471-B269-8B647149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48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587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5878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D84012-D3D2-497A-8DF7-70854440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292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Extra infrastructure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E2BD2-858B-4873-9881-66B4BF25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1020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No speculative services, state library, or delete workflow.</a:t>
            </a:r>
          </a:p>
        </p:txBody>
      </p:sp>
    </p:spTree>
    <p:extLst>
      <p:ext uri="{BB962C8B-B14F-4D97-AF65-F5344CB8AC3E}">
        <p14:creationId xmlns:p14="http://schemas.microsoft.com/office/powerpoint/2010/main" val="20714003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68448ACC-40DD-46E4-9EED-803F6932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Clear boundaries keep changes local.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2E872-9357-48F1-8BB0-0864ECA4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61F90328-B5EF-4ED6-8FEF-669B333A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AD698-8957-42BF-9179-82B45993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Each layer has one job, and every boundary is replaceable without rewriting the rest.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2114550" y="34004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4D4D0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4781550" y="34004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4D4D0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7448550" y="34004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4D4D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A9562-5053-40E1-8287-78FCC207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A17E5-AE69-4729-9CD4-87ED8582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670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692E1-9821-48E9-BC7A-96D263BD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React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66911-0058-4547-AED3-7A38F7DF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Accessible interaction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and responsive 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1A995-2FF9-43E5-AF55-0353724F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AB5BC-B0FD-4FF3-938E-C597A35E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670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6E59E-968E-456C-B2A8-54C53A6B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43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API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E0CE2-6098-47CC-B42E-C76DC728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Typed transport and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error translation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14FDA-EAA7-495C-A774-E28E18A6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F0B43-E462-4C93-A995-4040C3E1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670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3EF17-5431-41DE-9942-F4217DC4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Django REST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C73E6-83E4-4256-A8A3-74C6A3B1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Validation and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use-case coordination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BA40F-EDE9-4DE7-ABD7-079B4CA5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62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91FEB5-8390-4EE8-9921-E333101F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670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A5471-65C6-48F9-A15D-34BE53AF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ORM +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01C2E-2BAB-480C-8E55-5B68E362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81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SQLite by default;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PostgreSQL by config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491C9-F798-4DE3-98BB-96D7B0D1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rPr>
              <a:t>PostgreSQL support is configuration, not a second code path.</a:t>
            </a:r>
          </a:p>
        </p:txBody>
      </p:sp>
    </p:spTree>
    <p:extLst>
      <p:ext uri="{BB962C8B-B14F-4D97-AF65-F5344CB8AC3E}">
        <p14:creationId xmlns:p14="http://schemas.microsoft.com/office/powerpoint/2010/main" val="2063204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8E18E9A-2EB2-4412-928A-6B1D7A8E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Quality is visible at every layer.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263A3-3A41-49D7-93EF-C0C63092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62D19269-EBD9-4E33-85F3-EF91DA25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4B49F-8919-42BE-AD9D-D6510ADF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The same fast checks run locally and in GitHub Actions, supported by hands-on browser QA.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84E9B-FE1C-47D8-B07C-23D5C724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200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CDCD2-7887-416C-B0B9-937BDF27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5F868-BDA1-4C4C-A142-69898C8B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6160A-53F1-444A-9358-B0605CC0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backend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8B7B9-53ED-4430-A387-24EF716B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2647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Models, validation, filtering, assignment, editing, and status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7B265-4CAE-40C8-9614-E0B3FDB1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14625"/>
            <a:ext cx="3200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5C920-916B-4069-A793-ADEBE19F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1462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E4127-5D69-43D7-92F7-A18BB108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E94F8-DF33-4DA4-8D4C-F74ABC80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195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frontend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CCFFC-A893-4B56-9E2E-ED0C4661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52950"/>
            <a:ext cx="2647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Required task content, actions, search, and filter interactions.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99EF6-B709-4994-B084-8C1BC807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3200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65AF7-1F05-4E33-8A3A-8C5DF842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279F3-3DB5-4B94-880D-BAFA4A1F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F6E75-4BE8-4E53-B8B9-1FAD525F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verified viewports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68702-CB0E-45BB-8F39-82602305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52950"/>
            <a:ext cx="2647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Desktop and mobile flows, including the responsive edit dialog.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DBBEB-EB95-4991-B219-E6F9BC3D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rPr>
              <a:t>0 browser console warnings or errors in the verified workflow</a:t>
            </a:r>
          </a:p>
        </p:txBody>
      </p:sp>
    </p:spTree>
    <p:extLst>
      <p:ext uri="{BB962C8B-B14F-4D97-AF65-F5344CB8AC3E}">
        <p14:creationId xmlns:p14="http://schemas.microsoft.com/office/powerpoint/2010/main" val="395109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16F6A-1D68-4CF5-9781-8C1A9396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rPr>
              <a:t>SUBMISSION HANDOFF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1E30770-F671-405F-80FD-B51F3FE0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95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Ready to review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202124"/>
                </a:solidFill>
                <a:latin typeface="Helvetica Neue"/>
                <a:ea typeface="Helvetica Neue"/>
                <a:cs typeface="Helvetica Neue"/>
              </a:rPr>
              <a:t>in minutes.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D1DAF-9623-401F-B55C-ED9942D4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DB2C9-7AE5-49E9-8560-4F976DB1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rPr>
              <a:t>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4EA4C-07BE-4272-A086-96958001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Install, migrate, and start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with the documented commands.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29320-08B7-4E2E-8A93-825A23E7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65934-9969-4190-8E19-66228A07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149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README, focused source,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and automated CI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5EE09-039F-4D13-A6A5-CAFE0864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64F00"/>
                </a:solidFill>
                <a:latin typeface="Helvetica Neue"/>
                <a:ea typeface="Helvetica Neue"/>
                <a:cs typeface="Helvetica Neue"/>
              </a:rPr>
              <a:t>Walk through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AB517-132A-49A0-B6A2-6589D05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149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Prepared 2–5 minute Loom,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plus the embedded app preview.</a:t>
            </a:r>
          </a:p>
        </p:txBody>
      </p:sp>
      <p:sp>
        <p:nvSpPr>
          <p:cNvPr id="10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5E111E9E-B092-43A5-9F9B-1260F731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56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483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Marin Jursic</dc:creator>
  <lastModifiedBy>Marin Jursic</lastModifiedBy>
  <dc:title>Spark Team Task Tracker - Technical Walkthrough</dc:title>
  <dcterms:created xsi:type="dcterms:W3CDTF">2026-08-07T15:35:12.5000000Z</dcterms:created>
  <dcterms:modified xsi:type="dcterms:W3CDTF">2026-08-07T15:35:12.5000000Z</dcterms:modified>
  <dc:subject>Full Stack Developer task tracker challenge</dc:subject>
  <keywords>Spark Tutoring, task tracker, full stack, React, Django</keywords>
  <dc:description>Technical walkthrough with an embedded 32-second product demonstration.</dc:description>
</coreProperties>
</file>